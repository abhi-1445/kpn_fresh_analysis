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61" d="100"/>
          <a:sy n="61" d="100"/>
        </p:scale>
        <p:origin x="7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1" y="119060"/>
            <a:ext cx="4993565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solidFill>
                  <a:srgbClr val="00B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KPN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fresh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KPN fresh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1" y="119060"/>
            <a:ext cx="4962033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solidFill>
                  <a:srgbClr val="00B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KPN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fresh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1" y="119060"/>
            <a:ext cx="507764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solidFill>
                  <a:srgbClr val="00B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KPN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fresh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350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Abhishek Nalkande</cp:lastModifiedBy>
  <cp:revision>18</cp:revision>
  <dcterms:created xsi:type="dcterms:W3CDTF">2024-06-24T12:27:37Z</dcterms:created>
  <dcterms:modified xsi:type="dcterms:W3CDTF">2026-04-08T08:54:50Z</dcterms:modified>
</cp:coreProperties>
</file>